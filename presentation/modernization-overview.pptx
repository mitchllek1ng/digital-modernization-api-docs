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Modernization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Legacy Customer Management System</a:t>
            </a:r>
          </a:p>
          <a:p>
            <a:r>
              <a:t>Stakeholder Modernization Briefing</a:t>
            </a:r>
          </a:p>
          <a:p>
            <a:r>
              <a:t>Fictional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Modernize a legacy customer management environment into a standardized, API-driven platform.</a:t>
            </a:r>
          </a:p>
          <a:p>
            <a:pPr>
              <a:defRPr sz="2200"/>
            </a:pPr>
            <a:r>
              <a:t>Improve integration, maintainability, consistency, and documentation.</a:t>
            </a:r>
          </a:p>
          <a:p>
            <a:pPr>
              <a:defRPr sz="2200"/>
            </a:pPr>
            <a:r>
              <a:t>Reduce reliance on manual and custom integration methods.</a:t>
            </a:r>
          </a:p>
          <a:p>
            <a:pPr>
              <a:defRPr sz="2200"/>
            </a:pPr>
            <a:r>
              <a:t>Provide a foundation for future applications and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Centralized legacy application with closely coupled business logic and database.</a:t>
            </a:r>
          </a:p>
          <a:p>
            <a:pPr>
              <a:defRPr sz="2200"/>
            </a:pPr>
            <a:r>
              <a:t>Limited standardized integration capabilities.</a:t>
            </a:r>
          </a:p>
          <a:p>
            <a:pPr>
              <a:defRPr sz="2200"/>
            </a:pPr>
            <a:r>
              <a:t>Manual and file-based data exchange in some workflows.</a:t>
            </a:r>
          </a:p>
          <a:p>
            <a:pPr>
              <a:defRPr sz="2200"/>
            </a:pPr>
            <a:r>
              <a:t>Documentation gaps make integration and support more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Current-State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Limited integration with newer applications.</a:t>
            </a:r>
          </a:p>
          <a:p>
            <a:pPr>
              <a:defRPr sz="2200"/>
            </a:pPr>
            <a:r>
              <a:t>Higher maintenance effort caused by legacy dependencies.</a:t>
            </a:r>
          </a:p>
          <a:p>
            <a:pPr>
              <a:defRPr sz="2200"/>
            </a:pPr>
            <a:r>
              <a:t>Manual processes reduce automation opportunities.</a:t>
            </a:r>
          </a:p>
          <a:p>
            <a:pPr>
              <a:defRPr sz="2200"/>
            </a:pPr>
            <a:r>
              <a:t>Inconsistent integration methods increase support complexity.</a:t>
            </a:r>
          </a:p>
          <a:p>
            <a:pPr>
              <a:defRPr sz="2200"/>
            </a:pPr>
            <a:r>
              <a:t>Incomplete documentation makes system behavior harder to understand.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Client applications connect through a standardized API layer.</a:t>
            </a:r>
          </a:p>
          <a:p>
            <a:pPr>
              <a:defRPr sz="2200"/>
            </a:pPr>
            <a:r>
              <a:t>API gateway provides routing, access control, rate limiting, and monitoring.</a:t>
            </a:r>
          </a:p>
          <a:p>
            <a:pPr>
              <a:defRPr sz="2200"/>
            </a:pPr>
            <a:r>
              <a:t>Business services handle validation and customer-management rules.</a:t>
            </a:r>
          </a:p>
          <a:p>
            <a:pPr>
              <a:defRPr sz="2200"/>
            </a:pPr>
            <a:r>
              <a:t>Customer data remains managed through controlled application services.</a:t>
            </a:r>
          </a:p>
          <a:p>
            <a:pPr>
              <a:defRPr sz="2200"/>
            </a:pPr>
            <a:r>
              <a:t>Authentication, authorization, logging, and monitoring support the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Client Applications → API Gateway → Customer Management API</a:t>
            </a:r>
          </a:p>
          <a:p>
            <a:pPr>
              <a:defRPr sz="2200"/>
            </a:pPr>
            <a:r>
              <a:t>Customer Management API → Business Services → Customer Database</a:t>
            </a:r>
          </a:p>
          <a:p>
            <a:pPr>
              <a:defRPr sz="2200"/>
            </a:pPr>
            <a:r>
              <a:t>Authentication and authorization protect access.</a:t>
            </a:r>
          </a:p>
          <a:p>
            <a:pPr>
              <a:defRPr sz="2200"/>
            </a:pPr>
            <a:r>
              <a:t>Monitoring and logging support operational visibility.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Retrieve, create, update, search, and deactivate customer records.</a:t>
            </a:r>
          </a:p>
          <a:p>
            <a:pPr>
              <a:defRPr sz="2200"/>
            </a:pPr>
            <a:r>
              <a:t>Support API versioning for controlled change.</a:t>
            </a:r>
          </a:p>
          <a:p>
            <a:pPr>
              <a:defRPr sz="2200"/>
            </a:pPr>
            <a:r>
              <a:t>Provide authentication and authorization.</a:t>
            </a:r>
          </a:p>
          <a:p>
            <a:pPr>
              <a:defRPr sz="2200"/>
            </a:pPr>
            <a:r>
              <a:t>Protect data in transit and support auditability.</a:t>
            </a:r>
          </a:p>
          <a:p>
            <a:pPr>
              <a:defRPr sz="2200"/>
            </a:pPr>
            <a:r>
              <a:t>Provide accurate, audience-appropriate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Discovery and assessment</a:t>
            </a:r>
          </a:p>
          <a:p>
            <a:pPr>
              <a:defRPr sz="2200"/>
            </a:pPr>
            <a:r>
              <a:t>2. API and platform preparation</a:t>
            </a:r>
          </a:p>
          <a:p>
            <a:pPr>
              <a:defRPr sz="2200"/>
            </a:pPr>
            <a:r>
              <a:t>3. Data preparation and mapping</a:t>
            </a:r>
          </a:p>
          <a:p>
            <a:pPr>
              <a:defRPr sz="2200"/>
            </a:pPr>
            <a:r>
              <a:t>4. Pilot migration</a:t>
            </a:r>
          </a:p>
          <a:p>
            <a:pPr>
              <a:defRPr sz="2200"/>
            </a:pPr>
            <a:r>
              <a:t>5. Incremental migration</a:t>
            </a:r>
          </a:p>
          <a:p>
            <a:pPr>
              <a:defRPr sz="2200"/>
            </a:pPr>
            <a:r>
              <a:t>6. Validation and user acceptance</a:t>
            </a:r>
          </a:p>
          <a:p>
            <a:pPr>
              <a:defRPr sz="2200"/>
            </a:pPr>
            <a:r>
              <a:t>7. Legacy transition and post-migration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REST-based API using HTTPS and JSON.</a:t>
            </a:r>
          </a:p>
          <a:p>
            <a:pPr>
              <a:defRPr sz="2200"/>
            </a:pPr>
            <a:r>
              <a:t>Documented authentication and permissions.</a:t>
            </a:r>
          </a:p>
          <a:p>
            <a:pPr>
              <a:defRPr sz="2200"/>
            </a:pPr>
            <a:r>
              <a:t>Customer endpoints include retrieve, create, update, search, and deactivate.</a:t>
            </a:r>
          </a:p>
          <a:p>
            <a:pPr>
              <a:defRPr sz="2200"/>
            </a:pPr>
            <a:r>
              <a:t>Standardized error responses and HTTP status codes.</a:t>
            </a:r>
          </a:p>
          <a:p>
            <a:pPr>
              <a:defRPr sz="2200"/>
            </a:pPr>
            <a:r>
              <a:t>URL-based major-versioning strategy.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More consistent application integration.</a:t>
            </a:r>
          </a:p>
          <a:p>
            <a:pPr>
              <a:defRPr sz="2200"/>
            </a:pPr>
            <a:r>
              <a:t>Improved maintainability and supportability.</a:t>
            </a:r>
          </a:p>
          <a:p>
            <a:pPr>
              <a:defRPr sz="2200"/>
            </a:pPr>
            <a:r>
              <a:t>Reduced manual data-handling activities.</a:t>
            </a:r>
          </a:p>
          <a:p>
            <a:pPr>
              <a:defRPr sz="2200"/>
            </a:pPr>
            <a:r>
              <a:t>Clear documentation for technical and non-technical audiences.</a:t>
            </a:r>
          </a:p>
          <a:p>
            <a:pPr>
              <a:defRPr sz="2200"/>
            </a:pPr>
            <a:r>
              <a:t>Architecture that can support future integrations.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Requirements are traced to corresponding documentation.</a:t>
            </a:r>
          </a:p>
          <a:p>
            <a:pPr>
              <a:defRPr sz="2200"/>
            </a:pPr>
            <a:r>
              <a:t>API examples, authentication, errors, and versioning are reviewed.</a:t>
            </a:r>
          </a:p>
          <a:p>
            <a:pPr>
              <a:defRPr sz="2200"/>
            </a:pPr>
            <a:r>
              <a:t>Editorial, technical, stakeholder, and final quality checks are defined.</a:t>
            </a:r>
          </a:p>
          <a:p>
            <a:pPr>
              <a:defRPr sz="2200"/>
            </a:pPr>
            <a:r>
              <a:t>Sensitive information is excluded from examples.</a:t>
            </a:r>
          </a:p>
          <a:p>
            <a:pPr>
              <a:defRPr sz="2200"/>
            </a:pPr>
            <a:r>
              <a:t>Documentation is treated as a deliverable, not an afterthought.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detailed design and technical validation.</a:t>
            </a:r>
          </a:p>
          <a:p>
            <a:pPr>
              <a:defRPr sz="2200"/>
            </a:pPr>
            <a:r>
              <a:t>Validate migration mappings and test data quality.</a:t>
            </a:r>
          </a:p>
          <a:p>
            <a:pPr>
              <a:defRPr sz="2200"/>
            </a:pPr>
            <a:r>
              <a:t>Pilot the API with selected integrations.</a:t>
            </a:r>
          </a:p>
          <a:p>
            <a:pPr>
              <a:defRPr sz="2200"/>
            </a:pPr>
            <a:r>
              <a:t>Conduct user acceptance and security reviews.</a:t>
            </a:r>
          </a:p>
          <a:p>
            <a:pPr>
              <a:defRPr sz="2200"/>
            </a:pPr>
            <a:r>
              <a:t>Refine documentation based on review findings.</a:t>
            </a:r>
          </a:p>
          <a:p>
            <a:pPr>
              <a:defRPr sz="2200"/>
            </a:pPr>
            <a:r>
              <a:t>Proceed with incremental migration when readiness criteria are met.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Project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presentation describes a fictional digital modernization initiative.</a:t>
            </a:r>
          </a:p>
          <a:p>
            <a:pPr>
              <a:defRPr sz="2200"/>
            </a:pPr>
            <a:r>
              <a:t>Architecture, requirements, API behavior, migration approach, and examples are illustrative.</a:t>
            </a:r>
          </a:p>
          <a:p>
            <a:pPr>
              <a:defRPr sz="2200"/>
            </a:pPr>
            <a:r>
              <a:t>The project demonstrates technical writing, API documentation, requirements analysis, documentation QA, and stakeholder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